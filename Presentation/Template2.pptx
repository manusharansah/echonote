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4"/>
  </p:sldMasterIdLst>
  <p:notesMasterIdLst>
    <p:notesMasterId r:id="rId17"/>
  </p:notesMasterIdLst>
  <p:handoutMasterIdLst>
    <p:handoutMasterId r:id="rId18"/>
  </p:handoutMasterIdLst>
  <p:sldIdLst>
    <p:sldId id="322" r:id="rId5"/>
    <p:sldId id="321" r:id="rId6"/>
    <p:sldId id="320" r:id="rId7"/>
    <p:sldId id="319" r:id="rId8"/>
    <p:sldId id="318" r:id="rId9"/>
    <p:sldId id="316" r:id="rId10"/>
    <p:sldId id="315" r:id="rId11"/>
    <p:sldId id="314" r:id="rId12"/>
    <p:sldId id="313" r:id="rId13"/>
    <p:sldId id="312" r:id="rId14"/>
    <p:sldId id="311" r:id="rId15"/>
    <p:sldId id="31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5388" autoAdjust="0"/>
  </p:normalViewPr>
  <p:slideViewPr>
    <p:cSldViewPr snapToGrid="0">
      <p:cViewPr varScale="1">
        <p:scale>
          <a:sx n="70" d="100"/>
          <a:sy n="70" d="100"/>
        </p:scale>
        <p:origin x="460" y="56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4549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2157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4853150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903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5929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90265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13915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00343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607837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8846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76816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317013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8388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17926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008214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8179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7245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0480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2524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8036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7388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11133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597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689" r:id="rId23"/>
    <p:sldLayoutId id="2147483687" r:id="rId2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www.rawpixel.com/search/flag%20american%20flag?page=1&amp;sort=curated" TargetMode="External"/><Relationship Id="rId5" Type="http://schemas.openxmlformats.org/officeDocument/2006/relationships/image" Target="../media/image12.jpg"/><Relationship Id="rId4" Type="http://schemas.openxmlformats.org/officeDocument/2006/relationships/hyperlink" Target="https://www.publicdomainpictures.net/en/view-image.php?image=262169&amp;picture=nepal-flag-flag-of-nepal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EchoNote</a:t>
            </a:r>
            <a:r>
              <a:rPr lang="en-US" dirty="0"/>
              <a:t> </a:t>
            </a:r>
            <a:br>
              <a:rPr lang="en-US" dirty="0"/>
            </a:br>
            <a:r>
              <a:rPr lang="en-US" sz="2800" dirty="0"/>
              <a:t>AI Meeting Transcriber </a:t>
            </a:r>
            <a:br>
              <a:rPr lang="en-US" sz="2800" dirty="0"/>
            </a:br>
            <a:r>
              <a:rPr lang="en-US" sz="2800" dirty="0"/>
              <a:t>• Nepali &amp; English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3DB3034-80D4-927B-C700-1290B236693F}"/>
              </a:ext>
            </a:extLst>
          </p:cNvPr>
          <p:cNvSpPr/>
          <p:nvPr/>
        </p:nvSpPr>
        <p:spPr>
          <a:xfrm>
            <a:off x="4975978" y="853231"/>
            <a:ext cx="2364828" cy="21882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AB8FDE-8750-95B3-F3C6-3F682FB962B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747229" y="1536195"/>
            <a:ext cx="822325" cy="82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7761-0B88-A5E8-0B78-C39173D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0205" y="-1651803"/>
            <a:ext cx="5795609" cy="3828579"/>
          </a:xfrm>
        </p:spPr>
        <p:txBody>
          <a:bodyPr/>
          <a:lstStyle/>
          <a:p>
            <a:r>
              <a:rPr lang="en-US" sz="4800" b="1" dirty="0"/>
              <a:t>INTRODUCTION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A04E6-CD61-B962-4287-DEC1993C32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374656" y="1773935"/>
            <a:ext cx="7982192" cy="4842425"/>
          </a:xfrm>
        </p:spPr>
        <p:txBody>
          <a:bodyPr>
            <a:normAutofit/>
          </a:bodyPr>
          <a:lstStyle/>
          <a:p>
            <a:pPr lvl="5"/>
            <a:r>
              <a:rPr lang="en-US" sz="2400" dirty="0"/>
              <a:t>AI records and transcribes meetings.</a:t>
            </a:r>
          </a:p>
          <a:p>
            <a:pPr lvl="5"/>
            <a:r>
              <a:rPr lang="en-US" sz="2400" dirty="0"/>
              <a:t>Creates summaries and minutes automatically. </a:t>
            </a:r>
          </a:p>
          <a:p>
            <a:pPr lvl="5"/>
            <a:r>
              <a:rPr lang="en-US" sz="2400" dirty="0"/>
              <a:t>Detects both Nepali and English speech. </a:t>
            </a:r>
          </a:p>
          <a:p>
            <a:pPr lvl="5"/>
            <a:r>
              <a:rPr lang="en-US" sz="2400" dirty="0"/>
              <a:t>Works for physical and online meetings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B391C99B-2F18-9DAA-2284-109E6474BBE9}"/>
              </a:ext>
            </a:extLst>
          </p:cNvPr>
          <p:cNvSpPr/>
          <p:nvPr/>
        </p:nvSpPr>
        <p:spPr>
          <a:xfrm>
            <a:off x="1424150" y="3601792"/>
            <a:ext cx="800889" cy="838725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8E111A-8760-C5E8-0208-09AE8280589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96311" y="3801031"/>
            <a:ext cx="456565" cy="456565"/>
          </a:xfrm>
          <a:prstGeom prst="rect">
            <a:avLst/>
          </a:prstGeom>
        </p:spPr>
      </p:pic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79487B2A-306D-0065-E6C4-9D9D57C8538C}"/>
              </a:ext>
            </a:extLst>
          </p:cNvPr>
          <p:cNvSpPr/>
          <p:nvPr/>
        </p:nvSpPr>
        <p:spPr>
          <a:xfrm>
            <a:off x="2630525" y="3601792"/>
            <a:ext cx="744133" cy="838725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BB132F-B2C2-3CA7-44D5-3C999834F65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774308" y="3776749"/>
            <a:ext cx="456565" cy="456565"/>
          </a:xfrm>
          <a:prstGeom prst="rect">
            <a:avLst/>
          </a:prstGeom>
        </p:spPr>
      </p:pic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40A35869-D61E-F20D-92DD-D5F35976A86B}"/>
              </a:ext>
            </a:extLst>
          </p:cNvPr>
          <p:cNvSpPr/>
          <p:nvPr/>
        </p:nvSpPr>
        <p:spPr>
          <a:xfrm>
            <a:off x="3804945" y="3569548"/>
            <a:ext cx="744132" cy="87096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397274A-02DB-083C-ED7D-CE9D6CF2D467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948728" y="3733833"/>
            <a:ext cx="456565" cy="456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D0E47E-D228-15EB-5886-33E9AA181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827" y="605397"/>
            <a:ext cx="3192948" cy="1015298"/>
          </a:xfrm>
        </p:spPr>
        <p:txBody>
          <a:bodyPr/>
          <a:lstStyle/>
          <a:p>
            <a:r>
              <a:rPr lang="en-US" b="1" dirty="0"/>
              <a:t>PROBLEMS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9162C2-FF91-E6C2-EBD9-EBB5FC340FC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580139" y="1677800"/>
            <a:ext cx="4403517" cy="464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11843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0FEFBF-60FD-0161-6F6E-89EE39389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827" y="668458"/>
            <a:ext cx="4479414" cy="529721"/>
          </a:xfrm>
        </p:spPr>
        <p:txBody>
          <a:bodyPr>
            <a:normAutofit fontScale="90000"/>
          </a:bodyPr>
          <a:lstStyle/>
          <a:p>
            <a:r>
              <a:rPr lang="en-ZA" dirty="0"/>
              <a:t>PROJECT GOALS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02BA82CB-66EF-25F3-B24B-2A94FF63B2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 flipH="1">
            <a:off x="11067393" y="737828"/>
            <a:ext cx="1223404" cy="38467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402D21-92EE-FB3C-2EE0-E123E8E14AD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718665" y="1198179"/>
            <a:ext cx="3790239" cy="41148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E18BE66-67FA-0030-9F3E-0ECA64B862F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187301" y="5312980"/>
            <a:ext cx="9817397" cy="212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68065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SYSTEM ARCHITECTURE</a:t>
            </a:r>
            <a:br>
              <a:rPr lang="en-US" dirty="0"/>
            </a:br>
            <a:endParaRPr lang="en-ZA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AEEF372-03CD-FF9C-62C8-4BE749A00B1F}"/>
              </a:ext>
            </a:extLst>
          </p:cNvPr>
          <p:cNvPicPr>
            <a:picLocks noGrp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1629791" y="1507183"/>
            <a:ext cx="9324090" cy="484696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152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6F71E8-8D71-9405-3A01-01C3B8F86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FEATURES</a:t>
            </a:r>
            <a:br>
              <a:rPr lang="en-US" dirty="0"/>
            </a:br>
            <a:endParaRPr lang="en-ZA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EE50882-5C75-D301-88FA-C26CD0322E15}"/>
              </a:ext>
            </a:extLst>
          </p:cNvPr>
          <p:cNvPicPr>
            <a:picLocks noGrp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1468437" y="1571090"/>
            <a:ext cx="9586344" cy="4783058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992593-AF79-3D1E-E253-0765DF0F513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518A5-1C9D-79F3-349C-3E7AAFD9895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382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C15354-374E-4710-792F-592E588BA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endParaRPr lang="en-ZA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474E39E-5B90-AE1E-41BB-F993531FFB14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0" y="22034"/>
            <a:ext cx="12175000" cy="685207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756543-DA8C-CEE2-0E13-19DE61C134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D65601-5AE2-46FC-B138-694DDD2B510D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203810-58F5-3318-BABD-D375DDACC5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871766" y="1541293"/>
            <a:ext cx="670560" cy="3901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96D1F5-3DBB-DEA5-DE29-F9C900EB2C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5506764" y="1541293"/>
            <a:ext cx="750817" cy="50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01016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2EF1C1-5933-D909-38D2-D22F630A8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Physical &amp; Online Meeting Support</a:t>
            </a:r>
            <a:br>
              <a:rPr lang="en-US" dirty="0"/>
            </a:b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3004F-891E-E0B4-FC2D-A5949EC33A3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D94129-1999-7159-E6E3-7D6C478655B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F8D233-2A52-1497-6051-9BBF687E617D}"/>
              </a:ext>
            </a:extLst>
          </p:cNvPr>
          <p:cNvSpPr/>
          <p:nvPr/>
        </p:nvSpPr>
        <p:spPr>
          <a:xfrm>
            <a:off x="2358521" y="1999068"/>
            <a:ext cx="3840480" cy="42629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🏢</a:t>
            </a:r>
            <a:r>
              <a:rPr lang="en-US" sz="2800" b="1" dirty="0"/>
              <a:t>Physical Meeting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/>
              <a:t> </a:t>
            </a:r>
          </a:p>
          <a:p>
            <a:pPr algn="ctr"/>
            <a:endParaRPr lang="en-US" sz="2800" b="1" dirty="0"/>
          </a:p>
          <a:p>
            <a:pPr algn="ctr"/>
            <a:endParaRPr lang="en-US" sz="2800" b="1" dirty="0"/>
          </a:p>
          <a:p>
            <a:pPr algn="ctr"/>
            <a:r>
              <a:rPr lang="en-US" sz="1600" dirty="0"/>
              <a:t>Open the app, press Record, speak. AI captures everything in the room — no extra hardware needed</a:t>
            </a:r>
            <a:r>
              <a:rPr lang="en-US" dirty="0"/>
              <a:t>.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32E468-D1A0-BA02-4B5B-E1568DBD028D}"/>
              </a:ext>
            </a:extLst>
          </p:cNvPr>
          <p:cNvSpPr/>
          <p:nvPr/>
        </p:nvSpPr>
        <p:spPr>
          <a:xfrm>
            <a:off x="6932304" y="1999068"/>
            <a:ext cx="3523386" cy="43550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💻 Online Meeting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 </a:t>
            </a:r>
            <a:r>
              <a:rPr lang="en-US" sz="1600" dirty="0"/>
              <a:t>Download the audio from Zoom/Meet/Teams and upload it. Processed instantly — no bot joins your call.</a:t>
            </a:r>
          </a:p>
        </p:txBody>
      </p:sp>
    </p:spTree>
    <p:extLst>
      <p:ext uri="{BB962C8B-B14F-4D97-AF65-F5344CB8AC3E}">
        <p14:creationId xmlns:p14="http://schemas.microsoft.com/office/powerpoint/2010/main" val="82250651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5AA6ED-97F0-825D-71BB-D4D461E78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8835528" cy="1097925"/>
          </a:xfrm>
        </p:spPr>
        <p:txBody>
          <a:bodyPr/>
          <a:lstStyle/>
          <a:p>
            <a:r>
              <a:rPr lang="en-ZA" b="1" dirty="0"/>
              <a:t>3. NO BOT DEPENDENCY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8C44EFC-292C-4C6A-55C9-9B6655D43CD9}"/>
              </a:ext>
            </a:extLst>
          </p:cNvPr>
          <p:cNvPicPr>
            <a:picLocks noGrp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2672922" y="1601777"/>
            <a:ext cx="6237747" cy="4256688"/>
          </a:xfrm>
          <a:prstGeom prst="rect">
            <a:avLst/>
          </a:prstGeom>
        </p:spPr>
      </p:pic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9B42A1C2-4257-9F1C-AAFD-97ED26179C47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592F51-55CE-19DC-B632-AD19560BA9D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546682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FFCC8-C04D-0071-3B14-4AF828E00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b="1" dirty="0"/>
              <a:t>4.</a:t>
            </a:r>
            <a:r>
              <a:rPr lang="en-US" b="1" dirty="0"/>
              <a:t> Privacy First</a:t>
            </a:r>
            <a:endParaRPr lang="en-ZA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D6A759-37B6-1E14-BD05-D652BEECEA3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B06B07-EE3B-5D7B-6A99-2F7A7DB4B4D9}"/>
              </a:ext>
            </a:extLst>
          </p:cNvPr>
          <p:cNvSpPr txBox="1"/>
          <p:nvPr/>
        </p:nvSpPr>
        <p:spPr>
          <a:xfrm>
            <a:off x="1641057" y="2803655"/>
            <a:ext cx="624945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Consent-First Design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 Zero Bot Intrusion 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Your Data, Your Control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901A92-A62C-E108-8E5E-ED2AD40F35D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98554" y="2911447"/>
            <a:ext cx="365125" cy="3651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B9E2EC5-B4F9-5C3D-7066-CBA3096FAF6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198554" y="3922165"/>
            <a:ext cx="365125" cy="3651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BF9D07E-4580-1132-22B1-0CD0396A0670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198554" y="5075417"/>
            <a:ext cx="365125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135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7BF639-9897-7AC5-9AE9-B87BE1DE7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1662" y="187841"/>
            <a:ext cx="9808773" cy="1427585"/>
          </a:xfrm>
        </p:spPr>
        <p:txBody>
          <a:bodyPr/>
          <a:lstStyle/>
          <a:p>
            <a:r>
              <a:rPr lang="en-US" b="1" dirty="0"/>
              <a:t>5.Why Formal MoM? </a:t>
            </a:r>
            <a:endParaRPr lang="en-ZA" b="1" dirty="0"/>
          </a:p>
        </p:txBody>
      </p:sp>
      <p:pic>
        <p:nvPicPr>
          <p:cNvPr id="8" name="Table Placeholder 7">
            <a:extLst>
              <a:ext uri="{FF2B5EF4-FFF2-40B4-BE49-F238E27FC236}">
                <a16:creationId xmlns:a16="http://schemas.microsoft.com/office/drawing/2014/main" id="{F876F709-EC59-8868-421E-439BD1C9C904}"/>
              </a:ext>
            </a:extLst>
          </p:cNvPr>
          <p:cNvPicPr>
            <a:picLocks noGrp="1"/>
          </p:cNvPicPr>
          <p:nvPr>
            <p:ph type="tbl" sz="quarter" idx="10"/>
          </p:nvPr>
        </p:nvPicPr>
        <p:blipFill>
          <a:blip r:embed="rId2"/>
          <a:stretch>
            <a:fillRect/>
          </a:stretch>
        </p:blipFill>
        <p:spPr>
          <a:xfrm>
            <a:off x="1559806" y="1931437"/>
            <a:ext cx="590612" cy="60173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44EDC2-BFBF-920F-CB70-9AF73246605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4767BF-3F81-6F1B-2400-5D030ADAC27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94482" y="2780589"/>
            <a:ext cx="590612" cy="5784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464FDC7-0E26-C7EE-65F1-F89F2D1DDA4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18582" y="4412102"/>
            <a:ext cx="590612" cy="6017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1798121-000B-34B2-5ADC-BEB28F63C3C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18582" y="3586251"/>
            <a:ext cx="590612" cy="5784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B9161C-EE68-35A0-BE93-4409AF400B7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18582" y="5322315"/>
            <a:ext cx="590612" cy="6212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86631E3-1C03-0838-2FDA-D3CDE2D0A6F4}"/>
              </a:ext>
            </a:extLst>
          </p:cNvPr>
          <p:cNvSpPr txBox="1"/>
          <p:nvPr/>
        </p:nvSpPr>
        <p:spPr>
          <a:xfrm>
            <a:off x="2241410" y="1994189"/>
            <a:ext cx="6094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Professionalism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60948B-3236-EBB1-0E2A-30EE248698D5}"/>
              </a:ext>
            </a:extLst>
          </p:cNvPr>
          <p:cNvSpPr txBox="1"/>
          <p:nvPr/>
        </p:nvSpPr>
        <p:spPr>
          <a:xfrm>
            <a:off x="2285994" y="2885139"/>
            <a:ext cx="6094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Standardization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57B571-D40B-FE8F-1035-39875002B33F}"/>
              </a:ext>
            </a:extLst>
          </p:cNvPr>
          <p:cNvSpPr txBox="1"/>
          <p:nvPr/>
        </p:nvSpPr>
        <p:spPr>
          <a:xfrm>
            <a:off x="2346845" y="3703019"/>
            <a:ext cx="6094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Clarity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21E11C-749F-63CC-E1A8-4385F3F3F65B}"/>
              </a:ext>
            </a:extLst>
          </p:cNvPr>
          <p:cNvSpPr txBox="1"/>
          <p:nvPr/>
        </p:nvSpPr>
        <p:spPr>
          <a:xfrm>
            <a:off x="2391630" y="4516652"/>
            <a:ext cx="6094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Documentation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4DD0D5-5876-4702-9E90-91BE2EBCB8D3}"/>
              </a:ext>
            </a:extLst>
          </p:cNvPr>
          <p:cNvSpPr txBox="1"/>
          <p:nvPr/>
        </p:nvSpPr>
        <p:spPr>
          <a:xfrm>
            <a:off x="2391630" y="5470354"/>
            <a:ext cx="6094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Flexibility</a:t>
            </a:r>
          </a:p>
        </p:txBody>
      </p:sp>
    </p:spTree>
    <p:extLst>
      <p:ext uri="{BB962C8B-B14F-4D97-AF65-F5344CB8AC3E}">
        <p14:creationId xmlns:p14="http://schemas.microsoft.com/office/powerpoint/2010/main" val="1669023770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32FC8D2-222A-A848-9D05-D90F9B288CF0}"/>
              </a:ext>
            </a:extLst>
          </p:cNvPr>
          <p:cNvSpPr txBox="1"/>
          <p:nvPr/>
        </p:nvSpPr>
        <p:spPr>
          <a:xfrm>
            <a:off x="3438459" y="2173855"/>
            <a:ext cx="60949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View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269</TotalTime>
  <Words>146</Words>
  <Application>Microsoft Office PowerPoint</Application>
  <PresentationFormat>Widescreen</PresentationFormat>
  <Paragraphs>50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Century Schoolbook</vt:lpstr>
      <vt:lpstr>Wingdings 2</vt:lpstr>
      <vt:lpstr>View</vt:lpstr>
      <vt:lpstr>EchoNote  AI Meeting Transcriber  • Nepali &amp; English</vt:lpstr>
      <vt:lpstr>INTRODUCTION </vt:lpstr>
      <vt:lpstr>PROBLEMS</vt:lpstr>
      <vt:lpstr>PROJECT GOALS</vt:lpstr>
      <vt:lpstr>SYSTEM ARCHITECTURE </vt:lpstr>
      <vt:lpstr>KEY FEATURES </vt:lpstr>
      <vt:lpstr>PowerPoint Presentation</vt:lpstr>
      <vt:lpstr>2. Physical &amp; Online Meeting Support </vt:lpstr>
      <vt:lpstr>3. NO BOT DEPENDENCY</vt:lpstr>
      <vt:lpstr>4. Privacy First</vt:lpstr>
      <vt:lpstr>5.Why Formal MoM?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anjali bista</dc:creator>
  <cp:lastModifiedBy>Dilasha Adhikari</cp:lastModifiedBy>
  <cp:revision>5</cp:revision>
  <dcterms:created xsi:type="dcterms:W3CDTF">2026-06-06T21:43:49Z</dcterms:created>
  <dcterms:modified xsi:type="dcterms:W3CDTF">2026-06-07T03:00:37Z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